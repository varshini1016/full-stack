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66" r:id="rId12"/>
    <p:sldId id="274" r:id="rId13"/>
    <p:sldId id="275" r:id="rId14"/>
    <p:sldId id="269" r:id="rId15"/>
    <p:sldId id="270" r:id="rId16"/>
    <p:sldId id="265" r:id="rId17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6" d="100"/>
          <a:sy n="36" d="100"/>
        </p:scale>
        <p:origin x="72" y="1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22-04-2026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689304" y="6054104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CHINTA VARSHINI – VTU24829 – 23UECS1043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HEMAMALINI, M.E., Ph.D. 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60176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76200" y="207656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2400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2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E54259-BA97-32E0-9716-8A7F9DE9A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441" y="1186505"/>
            <a:ext cx="15515786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 is a web-based application for managing college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students and administrators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can: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 online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Track their participation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Admins can: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Add, edit, and delete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 event details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View upcoming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View registration statistics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improves event coordination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Spring Boot, Spring MVC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Spring Data JPA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HTML, CSS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secure, scalable, and user-friendly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United Nations SDG 4 – Quality Education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21BEB-F6A4-A491-F477-E2C80E926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812" y="1479043"/>
            <a:ext cx="15788836" cy="7755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many educational institutions, campus events such as workshops, seminars, and technical programs are managed using manual methods or fragmented digital platforms.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Students often face challenges in registering for events and tracking their participation, leading to reduced engagement.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Administrators encounter issues in efficiently managing event details, handling registrations, and maintaining records.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absence of a centralized platform results in: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Ineffective communication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Increased chances of errors and data inconsistency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monitoring and analyzing event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Additionally, there is no streamlined way to generate insights such as registration statistics or event success metrics.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lack of a unified system creates difficulties for students in accessing accurate, timely, and organized event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Therefore, there is a need for a centralized, automated, and user-friendly system that simplifies event management and enhances student participation.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34C15D-66AB-AAAB-8100-8D99EBEA6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586" y="1845784"/>
            <a:ext cx="11695830" cy="386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 students to view and register for events easily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 admins with tools to create, update, and delete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 communication and participation in campus activities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 a secure and user-friendly platform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 United Nations SDG 4 – Quality Education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 centralized system to manage campus events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4263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1F036F-6622-9359-EA9B-10AED3258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753" y="2082736"/>
            <a:ext cx="16267595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7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a real-time event dashboard showing upcoming and trending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Introduces a role-based system with separate access for students and administrators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Implements automated registration handling, reducing delays and manual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Supports event capacity management (limit number of participants)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feedback collection after events to improve future planning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Includes notification features (alerts/reminders for registered events)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Offers data analytics such as participation trends and popular event categories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Ensures scalability, allowing the system to handle increasing users and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Designed with a responsive interface, making it accessible on mobile and desktop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49FAEA9-1BCF-FA14-D956-28FBF8F54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530" y="1870509"/>
            <a:ext cx="10994424" cy="7329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351B35-F248-3650-0A18-3B35C197A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73" y="1638300"/>
            <a:ext cx="12007253" cy="80048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34BC2E-DFF4-5801-097C-1A375DC86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856" y="1472785"/>
            <a:ext cx="6855466" cy="8217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Frontend: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</a:t>
            </a:r>
            <a:r>
              <a:rPr kumimoji="0" lang="en-US" altLang="en-US" sz="3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Bootstrap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Database: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Backend: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Java, Spring Boot, Spring MVC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ORM Framework: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Data JPA (Hibernate)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Security: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(Basic Authentication)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 Tool: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Embedded Tomcat Server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Tools/IDE: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8a</a:t>
              </a: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6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8201397" y="465626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33600" y="2095500"/>
            <a:ext cx="15082325" cy="7124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Student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and search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for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registered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notifications/reminders </a:t>
            </a:r>
          </a:p>
          <a:p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Admin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and authentication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delete events (CRUD)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event details and registrations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reports and analytics</a:t>
            </a:r>
          </a:p>
          <a:p>
            <a:pPr algn="just">
              <a:lnSpc>
                <a:spcPct val="150000"/>
              </a:lnSpc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8b</a:t>
              </a: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6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8201397" y="465626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33600" y="2247900"/>
            <a:ext cx="15082325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Event Management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event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events (date, type, department)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event capacity and details </a:t>
            </a:r>
          </a:p>
          <a:p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Database &amp; Security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event, student, and registration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consistency and integrity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authentication and authorization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system access</a:t>
            </a:r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7"/>
          <p:cNvGrpSpPr/>
          <p:nvPr/>
        </p:nvGrpSpPr>
        <p:grpSpPr>
          <a:xfrm>
            <a:off x="762000" y="7353300"/>
            <a:ext cx="992463" cy="992463"/>
            <a:chOff x="0" y="0"/>
            <a:chExt cx="812800" cy="812800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9a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3DB0BD2-84CD-09B6-AE14-ECE6E69C0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263" y="1904666"/>
            <a:ext cx="14932174" cy="689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6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9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7"/>
          <p:cNvGrpSpPr/>
          <p:nvPr/>
        </p:nvGrpSpPr>
        <p:grpSpPr>
          <a:xfrm>
            <a:off x="762000" y="7353300"/>
            <a:ext cx="992463" cy="992463"/>
            <a:chOff x="0" y="0"/>
            <a:chExt cx="812800" cy="812800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9b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705C4E9-4779-0869-6CD9-10826F785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460" y="1791717"/>
            <a:ext cx="15556293" cy="705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6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9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7"/>
          <p:cNvGrpSpPr/>
          <p:nvPr/>
        </p:nvGrpSpPr>
        <p:grpSpPr>
          <a:xfrm>
            <a:off x="762000" y="7353300"/>
            <a:ext cx="992463" cy="992463"/>
            <a:chOff x="0" y="0"/>
            <a:chExt cx="812800" cy="812800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9c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0AA95DDD-1E75-698B-BC77-5151E77F3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564" y="2148904"/>
            <a:ext cx="14725736" cy="649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16476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9" name="Group 7"/>
          <p:cNvGrpSpPr/>
          <p:nvPr/>
        </p:nvGrpSpPr>
        <p:grpSpPr>
          <a:xfrm>
            <a:off x="762000" y="7429500"/>
            <a:ext cx="992463" cy="992463"/>
            <a:chOff x="0" y="0"/>
            <a:chExt cx="812800" cy="812800"/>
          </a:xfrm>
        </p:grpSpPr>
        <p:sp>
          <p:nvSpPr>
            <p:cNvPr id="40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1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9d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D3FCBDC-1588-7C10-F40A-8190FF462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30" y="1959755"/>
            <a:ext cx="15365970" cy="698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62000" y="8115300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10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90600" y="7429500"/>
            <a:ext cx="508158" cy="543805"/>
            <a:chOff x="0" y="0"/>
            <a:chExt cx="812800" cy="869819"/>
          </a:xfrm>
        </p:grpSpPr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2152288" y="1504802"/>
            <a:ext cx="12039600" cy="817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 for managing all campus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paperwork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event registration for students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and participation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data and analytics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 application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connectivity to access the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development cost is high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knowledge for maintenance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system/server availability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features without further upgrades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898</Words>
  <Application>Microsoft Office PowerPoint</Application>
  <PresentationFormat>Custom</PresentationFormat>
  <Paragraphs>277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Bookman Old Style</vt:lpstr>
      <vt:lpstr>Times New Roman</vt:lpstr>
      <vt:lpstr>Wingdings</vt:lpstr>
      <vt:lpstr>Calibri</vt:lpstr>
      <vt:lpstr>Cambria</vt:lpstr>
      <vt:lpstr>Gotham Bold Italics</vt:lpstr>
      <vt:lpstr>Gotham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Varshini Chinta</cp:lastModifiedBy>
  <cp:revision>18</cp:revision>
  <dcterms:created xsi:type="dcterms:W3CDTF">2006-08-16T00:00:00Z</dcterms:created>
  <dcterms:modified xsi:type="dcterms:W3CDTF">2026-04-21T18:56:27Z</dcterms:modified>
  <dc:identifier>DAHCaYqJ9OU</dc:identifier>
</cp:coreProperties>
</file>