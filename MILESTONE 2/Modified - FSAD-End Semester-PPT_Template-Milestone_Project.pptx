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75" r:id="rId7"/>
    <p:sldId id="262" r:id="rId8"/>
    <p:sldId id="263" r:id="rId9"/>
    <p:sldId id="264" r:id="rId10"/>
    <p:sldId id="274" r:id="rId11"/>
    <p:sldId id="269" r:id="rId12"/>
    <p:sldId id="277" r:id="rId13"/>
    <p:sldId id="279" r:id="rId14"/>
    <p:sldId id="267" r:id="rId15"/>
    <p:sldId id="278" r:id="rId16"/>
    <p:sldId id="268" r:id="rId17"/>
    <p:sldId id="280" r:id="rId18"/>
    <p:sldId id="272" r:id="rId19"/>
    <p:sldId id="281" r:id="rId20"/>
    <p:sldId id="271" r:id="rId21"/>
    <p:sldId id="282" r:id="rId22"/>
    <p:sldId id="283" r:id="rId23"/>
    <p:sldId id="284" r:id="rId24"/>
    <p:sldId id="273" r:id="rId25"/>
    <p:sldId id="285" r:id="rId26"/>
    <p:sldId id="270" r:id="rId27"/>
    <p:sldId id="265" r:id="rId28"/>
  </p:sldIdLst>
  <p:sldSz cx="18288000" cy="10287000"/>
  <p:notesSz cx="6858000" cy="9144000"/>
  <p:embeddedFontLst>
    <p:embeddedFont>
      <p:font typeface="Bookman Old Style" panose="02050604050505020204" pitchFamily="18" charset="0"/>
      <p:regular r:id="rId30"/>
      <p:bold r:id="rId31"/>
      <p:italic r:id="rId32"/>
      <p:boldItalic r:id="rId33"/>
    </p:embeddedFon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Gotham" panose="020B0604020202020204" charset="0"/>
      <p:regular r:id="rId38"/>
    </p:embeddedFont>
    <p:embeddedFont>
      <p:font typeface="Gotham Bold Italics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5" d="100"/>
          <a:sy n="35" d="100"/>
        </p:scale>
        <p:origin x="1308" y="1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F3B78-621D-4974-9253-84449C6BA9E2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A5D34-7D19-478F-843F-AB7EAB29B2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96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06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7AB2-94D6-F3CA-C046-18A138BA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E9B20-9BBE-94F4-2177-39267E528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F19FD-9D03-88D9-09A1-B13FB00DC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56835-4503-BEE6-21D1-F8BD9978D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67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CHINTA VARSHINI – VTU24829 – 23UECS1043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 No - SDG4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173897"/>
            <a:ext cx="15082325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is a web-based application for managing college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and administrators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can: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online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their participation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Admins can: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Add, edit, and delete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details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upcoming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registration statistics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event coordination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Spring MVC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JPA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HTML, CSS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user-friendly system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United Nations SDG 4 – Quality Education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465101"/>
            <a:ext cx="15082325" cy="1394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educational institutions, campus events such as workshops, seminars, and technical programs are managed using manual methods or fragmented digital platforms.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often face challenges in registering for events and tracking their participation, leading to reduced engagement.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encounter issues in efficiently managing event details, handling registrations, and maintaining records.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centralized platform results in: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communication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chances of errors and data inconsistency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monitoring and analyzing event performance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there is no streamlined way to generate insights such as registration statistics or event success metrics.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lack of a unified system creates difficulties for students in accessing accurate, timely, and organized event information.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there is a need for a centralized, automated, and user-friendly system that simplifies event management and enhances student participation.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54166" y="1696118"/>
            <a:ext cx="15082325" cy="1075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students to view and register for events easily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admins with tools to create, update, and delete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participation in campus activities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a secure and user-friendly platform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United Nations SDG 4 – Quality Education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system to manage campus events 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12622" y="1987111"/>
            <a:ext cx="15082325" cy="1118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event dashboard showing upcoming and trending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role-based system with separate access for students and administrators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automated registration handling, reducing delays and manual errors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event capacity management (limit number of participants)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after events to improve future planning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notification features (alerts/reminders for registered events)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data analytics such as participation trends and popular event categories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scalability, allowing the system to handle increasing users and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responsive interface, making it accessible on mobile and desktop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A136-6A07-CF00-6B40-22048936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4B3DC4E-60EB-7440-7469-51AB3F673E7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508042-2C11-264E-6B60-E6943A70A1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182274-0983-8C40-D3D5-ED11A9AF2C1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30BCEE7-041A-6FB0-4B68-B5402A42D708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078EEAA-8F5C-AF2E-A657-BEFCC61219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FE2489A-840B-6F31-BB81-3ED4EAB4DED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FA690E0-9F8E-DCF9-8624-887E81708493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1BA7FD1-4F4D-24FC-514B-344447A7E48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F4463DD-3BEE-215D-8F3E-73C1D574AE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ECEFC82-64A1-804C-C42F-33E8C2A6E29F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BB22E96-1BE0-8CF4-F92B-3788BF2AA3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FD57AAC-A38B-C215-CFB7-64C93475AA2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FE14616-D7F9-CACB-62AE-C7621019C6B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4B154FC-66F9-EA25-4A38-FFF2E427DDA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BC8BC87-754A-5C56-9F0F-81F6FB383F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9F4EDF83-4E96-949B-73A0-9D3A6CD91E65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3C68F5E-4DDA-ABD9-777C-EC1C841813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E1EA1797-F2BE-BF3D-2110-8A0951019D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66E7CDD-5197-373E-2562-555750905692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71DD55D-A955-8992-6594-712017BC54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6582C7F6-76FD-73B5-0A64-ABC6AC3260E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AA6B993-C5D5-D43C-97FE-D452115A6E86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BCAF06A-D9C6-8BEC-D2F1-3E8E1F28995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85C1486B-2691-677D-D156-E72E4BC2CA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234103C-2D5B-CB20-04CD-6BA4AF60A4EA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3995EC6-AF24-B620-8AC0-348882A0C2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663AC888-19AE-BD79-1A43-AE17A16D64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4912ECBD-1DE8-354E-B970-1AE8BECB4ED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8FE51B4-384E-2692-1E9E-A385BECBA9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700FB80D-E6F0-86C9-5D5C-D07F0A70E18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BFEDC36-B626-88F9-8089-20BCF74916CE}"/>
              </a:ext>
            </a:extLst>
          </p:cNvPr>
          <p:cNvSpPr txBox="1"/>
          <p:nvPr/>
        </p:nvSpPr>
        <p:spPr>
          <a:xfrm>
            <a:off x="190500" y="49325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B19ADE-1373-2509-2538-D3AC1A96AA92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450F7-F5ED-854F-296D-BC6599D78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70"/>
          <a:stretch>
            <a:fillRect/>
          </a:stretch>
        </p:blipFill>
        <p:spPr>
          <a:xfrm>
            <a:off x="2903936" y="1800022"/>
            <a:ext cx="13174264" cy="769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9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240277" y="34626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0E9E39-0B69-16CD-77BB-42401BB7D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4"/>
          <a:stretch>
            <a:fillRect/>
          </a:stretch>
        </p:blipFill>
        <p:spPr>
          <a:xfrm>
            <a:off x="3140373" y="1820896"/>
            <a:ext cx="12007253" cy="7471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80294" y="1959637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Bootstrap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Boot, Spring MVC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Framework: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(Basic Authentication)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Tool: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Tools/IDE: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58537" y="2105768"/>
            <a:ext cx="15082325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registered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notifications/reminders 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Admin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events (CRUD)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event details and registrations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and analytics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86AD-4081-6A79-729F-B14CC038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58C7770-6C1D-6BA4-479D-9CB65E61C78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C846DB-BC30-8A12-B5B4-3CC06A51B4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613C318-47E6-D20B-A412-7AA82957FE8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E70A3CC-A885-5AC5-CC45-E8F25912A46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569969B-C8F8-E7C5-DAC5-2909E039133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815D141-6BD8-0A15-A5DD-214B9B876E6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A8CD9-94EC-3348-770C-0736EF6094E6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D8A6DBF-2550-9268-CC2B-439F58EA72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840666A-0B77-EFBF-A6D3-75594C04EC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3B6DC94-EA41-4B4D-4204-0184614966C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9D470A0-52BE-42E5-0D03-D4080060108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39C452F-AC48-079F-71F3-1C87CB8218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8C339C2-3CF2-68D2-C964-15072144F6E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ED6479E-813F-999F-FD33-3393D6F74D6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3EE37D0-2CF1-95E1-E042-60260B39A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7052355-6A3A-C4C3-A8AD-AE19E60D7A7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AFF70CF-D92B-3917-AD6A-ECE99BE8D7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7640883-3ED5-E3C5-6572-4D50EB648D9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6A07F95-FD56-1093-EC21-C7D82FCA733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56E8BC4-E574-BEEB-B842-7C978737EC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B73EEB-96A5-4863-17AC-ADA0599BD3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F3B9697-CC7D-F7FB-625A-512143B1BB6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9286908-6F58-F1DE-6F28-EA82360290D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CEABB-6838-7CD4-E3C4-230744359C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29B2B44-C930-9892-0510-BDC99F588E1D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3B68D22-4C63-DB88-2916-E49D9B65BB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2AC3B666-40DF-3C9C-CAE0-3970B7764C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01CB0107-B99B-26E5-BD5D-1D6D5AE641E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DAE0E50-E431-0F13-43B2-EAD6831CE1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9B341E8-6785-0F50-BF53-77FE7E3E114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50816D3-CD5F-782C-908D-DAB846723C7E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3A0E0B-8DB1-8EEB-9EB7-5476973E7066}"/>
              </a:ext>
            </a:extLst>
          </p:cNvPr>
          <p:cNvSpPr txBox="1"/>
          <p:nvPr/>
        </p:nvSpPr>
        <p:spPr>
          <a:xfrm>
            <a:off x="2458537" y="2105768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Management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events (date, type, department)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event capacity and details 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&amp; Security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event, student, and registration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integrity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and authorization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access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644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2E1678-E163-A056-08E7-98B97CEE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968" y="2551724"/>
            <a:ext cx="10406063" cy="4724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8B241D-F183-B5C3-8392-4751B452AFCC}"/>
              </a:ext>
            </a:extLst>
          </p:cNvPr>
          <p:cNvSpPr txBox="1"/>
          <p:nvPr/>
        </p:nvSpPr>
        <p:spPr>
          <a:xfrm>
            <a:off x="2647899" y="7793962"/>
            <a:ext cx="140846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The Home page displays the list of upcoming events available </a:t>
            </a:r>
            <a:r>
              <a:rPr lang="en-US" sz="2500" dirty="0" err="1"/>
              <a:t>inthe</a:t>
            </a:r>
            <a:r>
              <a:rPr lang="en-US" sz="2500" dirty="0"/>
              <a:t> Smart Campus Event Management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It allows users to view event </a:t>
            </a:r>
            <a:r>
              <a:rPr lang="en-US" sz="2500" dirty="0" err="1"/>
              <a:t>detailssuch</a:t>
            </a:r>
            <a:r>
              <a:rPr lang="en-US" sz="2500" dirty="0"/>
              <a:t> as event name, date, location, and status, and provides options to manage events.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90FF-DAF0-19F0-515A-98EC6358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14299F7-7707-73D2-CD99-55E1B84836B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67F0C0B-2AE6-7F6B-C72C-43F34D9E17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4FDAA79-B0A0-60F4-209B-5C66DA88F4E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518FC5A-DEE1-7ED0-6F6B-4708F37618AB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E402821-1AF1-1C2B-CC14-759CE81633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0DBB0D9-098A-CDEA-0E1F-766E9247C87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80F7596-4B63-D90E-CF90-F4C6A79ABBB3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CB50B9E-A1B1-5036-85C1-8687573B134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3B7164-5097-77CE-14C2-12B7F08C2A0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1BC24D1-2124-D38B-DEFC-40B65FE4956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9613572-8E10-FD58-CC21-48F99EF31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21FD39-A463-74AA-EFE1-EEC2B32FB0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40B8A30-2890-68DD-A090-836A1264B876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CC1AC30-375F-2AE3-303F-68E7A9F2977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3480075-A250-4DDB-D30B-375A4E5E2B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21966E9-ABD2-62E0-51D9-014240A7C45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BE098AE-D67C-B061-B15E-00EA52D3C2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FDDF987-1084-10C3-8E00-EB68B316D7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3EE7B6-0E75-5192-3ABC-CE372B17F20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C41D4CE-5E6B-4F8D-8DFF-8C0F80F049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F159FD1-F666-3681-71C3-068FC2CF84E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567B376-DF70-DF75-6D18-AA422987050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065CB94-D87D-AA1E-C38A-DD0876D4338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0A741C88-4863-1AAC-E146-D5548D7435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B9D541C-5801-2DFF-AB9F-155D0901269F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24B73CF-58E8-D4C9-C606-EC0BB1758C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5A94C04-148C-07B8-D8DF-84D85DA9CE7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7E562C1-1FE0-C12E-7AA6-A4C65AC5F27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E8188463-8215-F487-89B3-AB0AAF8378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0D03EBE-8274-A03D-6795-43725865659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96DC7D6-0A9A-5FF5-FAF5-D10A3B27754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F8373-663E-AF7B-9EC2-C521AD6F7AFA}"/>
              </a:ext>
            </a:extLst>
          </p:cNvPr>
          <p:cNvSpPr txBox="1"/>
          <p:nvPr/>
        </p:nvSpPr>
        <p:spPr>
          <a:xfrm>
            <a:off x="2163503" y="1191520"/>
            <a:ext cx="151467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0E876-6A79-F813-4E49-0CB07864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119017"/>
            <a:ext cx="701040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3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7EDB-0A9E-FF97-BA9D-903D9AE0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2814B32A-92E2-5D72-F6C2-CE3606DC8D5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E931FC2-2863-00BE-C892-D051F2D8DB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70FD0A7-6A97-D8CE-B32E-6EB53028A1D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95A9E5F-25D0-7B2D-2861-9DD4642AE3F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3CCCF8-F5A1-A177-5642-24B7CE58E1D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1D58F2B-CBB6-4A81-3CE0-B1AB3E9183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55B962C-5F10-D708-E130-79858422B8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53152FA-4E71-EE89-AC0B-6590A7CF1AD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40C36F0-47E7-156A-9EE1-87B17F01C17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ADC0B48-C3C3-5C2C-EA53-A7B419EB4FD5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CD87301-EA4E-3613-6AA2-1E07DD21C0C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16FDBFB-7916-31F3-05DB-0133B196C29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1CA7C55-ABEF-C03C-AE82-7285AF6CB85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3D5208-4F71-9BEA-5D92-8E4DA540DF7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334C27C-C8C2-D204-4BE2-F505DC1E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B3DFC08-D565-E873-DD4F-29C4256699A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F41769F-822C-B57F-B5B3-A79EB6CBCC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6305126-43B2-9CCC-0A35-58D378BA1BD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6F16014-BD8E-23FE-C3D9-09A39702BA6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B66D4B2-0D52-6903-219E-5AB9B982D62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3B97A324-B65C-94DE-1384-82B0EEF4CF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5B53332-30D4-7106-4330-A51AC7B7E05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4808DE08-1813-168A-88FF-364A0D5470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4C039FE-A527-2E62-D77E-64CBA669BBA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52E13EB-E8B4-B3BE-76DB-C7BFC2AE7EF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658B565-02CF-8E14-37EC-0CA6327C35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A78BB57-9BC1-9177-161B-7BA942C036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6226F7E-98D4-DCF0-452C-BA518A53B92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E140971-9D53-20D9-EDEA-D61A39AE7F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0C88D3F8-78F4-F405-27C3-55FBF4A4C563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727F154-A94E-D02C-FE49-E0C5E81FA623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6B4782-1570-55C9-1BBB-1DF26DEA7335}"/>
              </a:ext>
            </a:extLst>
          </p:cNvPr>
          <p:cNvSpPr txBox="1"/>
          <p:nvPr/>
        </p:nvSpPr>
        <p:spPr>
          <a:xfrm>
            <a:off x="2163503" y="1191520"/>
            <a:ext cx="15146756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r>
              <a:rPr lang="en-US" sz="30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administrator is required to enter valid login credentials to access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Proper validation is implemented to ensure that both fields are not empty and </a:t>
            </a:r>
            <a:r>
              <a:rPr lang="en-US" sz="3000" dirty="0" err="1"/>
              <a:t>thatthe</a:t>
            </a:r>
            <a:r>
              <a:rPr lang="en-US" sz="3000" dirty="0"/>
              <a:t> entered details match the records stored in the database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3053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41263" y="847754"/>
            <a:ext cx="1514868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918F7-BB65-567B-C791-B99C7D43B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7" y="2648112"/>
            <a:ext cx="10106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2A07-B6D9-8587-DC3C-BB0EDAA2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6DB8027-9939-7E96-EEC0-8C9E6CEE7875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618E723-08F9-D77B-762F-1D3F2EB32A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BEC5982-C022-2A76-1FF8-8ACFB0DEAF3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BDCB7F9-279D-DC73-13D9-38425430C40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A32DC3F-95FA-10D0-5ACA-E20A8BCBAA1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3B4A55C-C976-EEB3-7A39-1E43946E1C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290F8F6-B12C-BBE9-7A9B-2C8ED054399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D99B0A4-D665-3660-5EC0-16162ECC85E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0B033E7-E3A0-4FE8-9BAF-EC65E47997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BF9D041-FE0A-F813-B9DC-EA2CFC3A86A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291D94B-BBE4-78DC-CA2D-88CCEED76A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335B7A3-2FE5-92D9-59A6-4FAC58FD581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A21B268-56A3-B4C5-76DD-4010BD664F31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49E30C9-00DF-EDC1-C2BB-7EDE25C4980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1D7AAB7-235E-51F8-6EBA-236548A1DA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76FF782-3F79-5196-5C2B-E3BDD144AEF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C8413CD-56CA-C8E4-719E-343A3418C7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3E7B908E-DF98-CF06-4087-CE35619250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821A2B9-4C43-4AC5-8FEA-1D128F1D33F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D453A04-899C-A4D3-2BAC-B1785D6ECB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496E267-FC55-0FF3-4623-9D4903944A9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A8E0263-F202-17D8-EB18-32285280F5D3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7F1C803-C9E3-B350-C730-921FFE156B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BC54CF4-1807-41A8-A973-2B1EA77E762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4F6421-842F-66C2-8429-15EC1545C8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2F7BD87-4AD1-7F20-3074-A31E85B2512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3F3988-6D76-8F5D-8224-A922E1170C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DAA54B8-3BC2-8FC7-2C2B-1831906B5FE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2C3E061-9D89-11AE-ABBE-B27A3CA57A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FB1411F7-20D3-6AEA-9E2F-F9E8FF8B90B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3AEC2E0-9379-2A8C-8345-B17F870DDAC5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373C63-93EE-25B3-DC12-5C58F9F778A4}"/>
              </a:ext>
            </a:extLst>
          </p:cNvPr>
          <p:cNvSpPr txBox="1"/>
          <p:nvPr/>
        </p:nvSpPr>
        <p:spPr>
          <a:xfrm>
            <a:off x="1875016" y="1413818"/>
            <a:ext cx="1514868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page consists of input fields including Full Name, Email Ad-dress, and Student ID.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These fields are used to uniquely identify the participant </a:t>
            </a:r>
            <a:r>
              <a:rPr lang="en-US" sz="3000" dirty="0" err="1"/>
              <a:t>andensure</a:t>
            </a:r>
            <a:r>
              <a:rPr lang="en-US" sz="3000" dirty="0"/>
              <a:t> proper communication.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38190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Module 1 Screenshot</a:t>
            </a:r>
          </a:p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C0D432-2C51-1834-9B35-AC26511F2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305" y="2451028"/>
            <a:ext cx="6575389" cy="713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B979-5F5A-F601-A0FE-984F4716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B6FBEB5-59A7-3D53-DB5D-AC86C625B06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32B494A-83F3-38CC-0011-D7488FBD3C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CDF7985-6CB4-2B12-C381-D6DA9ED2175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561796B-F10D-0D0A-0503-95D910F74BC1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0579114-D352-7AF5-890F-809D45CE2AC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EB66397-AFC7-0EF5-9689-8C550C2705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4F7966F-BDB6-4DBF-5A0A-E0023AE9AC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8019844-1230-C1A0-C98F-EF953AA0F2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D7BEEAE-4B4D-895C-A37B-22BAD3C8D00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4C370CE-6F09-C8EC-FA3C-1242B71092C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7CB5D1D-8C95-1E7D-70EE-8EFB89CF668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C827E29-718F-467B-1C04-0C888B59453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BB4D38B-E5B3-4809-01A9-B836E15A3A00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1280F5E-933F-16C1-104C-C9DF312463D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95123C5-37D9-EB4E-133C-05798AA400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BB5A8D0-A41E-C729-276D-B4DEEED1E5C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653F00C-DA03-8E38-0B53-EE14338157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7CE6AA7-3169-FE8A-D79B-07C4145F4D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8067780-33A1-05BA-58C2-5F541281AB6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80DD419-0DEE-9343-0904-6A504942F2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C8B7965-9F41-C608-AABE-B5392AE757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B16FAA1-EBB4-44A8-81D6-96222C76E091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FDEEE56-2518-8C8C-618B-2153736488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D84FE37-AC23-9027-671B-F5F5A8762A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FB7505E-44F0-D773-BCF3-BDE26AAC228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528E68C-3844-824E-E428-34610111A9B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B91333E-44C8-902C-E8B6-FFA9995922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94F6624-97EE-2DA5-9BC8-F8E58196BCE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FAF7E4B-0C2D-A8B7-7E51-344F5C4879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EBD4A014-1A7B-5802-7974-1FE3BAFCB37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78EBD9F-9BCB-144D-4279-FF2557E0AC07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A16571-6951-8FBA-8C86-1E649C82C4D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6DC73E-27D3-0F7B-C2CC-A69832A9CECC}"/>
              </a:ext>
            </a:extLst>
          </p:cNvPr>
          <p:cNvSpPr txBox="1"/>
          <p:nvPr/>
        </p:nvSpPr>
        <p:spPr>
          <a:xfrm>
            <a:off x="2209800" y="1638300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Module 1 Explanation</a:t>
            </a:r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This page shows that the event registration is successful.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It confirms that the user's email has been verified and the seat has been </a:t>
            </a:r>
            <a:r>
              <a:rPr lang="en-US" sz="3000" dirty="0" err="1"/>
              <a:t>booked.It</a:t>
            </a:r>
            <a:r>
              <a:rPr lang="en-US" sz="3000" dirty="0"/>
              <a:t> also displays a digital ticket for the event, including the event name, date, and a QR 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The QR code can be used for entry or verification at the event.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the page contains student details such as name, student ID, and registration ID for identification purposes.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4849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Module 2 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748AF-5F77-2E1B-B7A1-F5F05FED4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833" y="2475171"/>
            <a:ext cx="12026257" cy="72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66AE-4570-F8F0-16A8-0F51B1B3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99432D5-1990-B48B-0DCE-4CB6C603AB23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DAA028F-2985-F548-985B-BEA38A102B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59CC2AC-48A5-3ADC-71DF-A710871D96F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33749C7-A354-0B86-46F4-6250B68036E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5811106-9200-2B5A-B6DC-A2A1133BDF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9815D5B-C5FB-97D8-2FB2-0BD2D7FFE4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4E94CED-ACF5-9144-D79F-82F2CBFF22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843C1F5-9F36-AED4-7B12-EE5FA67383B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FE559E3-3117-6C1E-7D8B-3AAFD7AAE4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F4019D6-B86E-5916-1411-F018C426EBE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88FAC73-ED6D-4B5A-0A8F-2CC57188EB2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2A05FBB-B3C3-9C94-9989-A56AD73D81C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888A30E-7309-0973-CFA8-14CF570438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B10E6E6-4445-05A9-E947-192159EF59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8C1E728-57C7-C971-1A81-8B5FB32E10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F2B93CD-3FC0-38C2-294E-B72E14C1C58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8FD107E-2B79-CC05-19C9-DA084D249D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34A9D22-562D-06AB-B085-B235E95121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5C5F7E4-D51A-8D21-C677-AD961421DB5A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B6D0990-3FBC-76C5-6D1E-5F42C34B6F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9CFD592-8879-4FE8-A45F-D21D17E2A8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A2FDC4E-ED10-65B2-65A4-76E547E8C4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565BE13-1FA5-7663-388C-F00D9AED103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B2EF2E0C-B208-681F-5D02-DF189EA573E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7A374B8-8937-D700-0CEE-F926501427D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46F6A6AD-444B-FD3E-64B2-37ADE0E92D7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28002BE-E330-5B6C-8B81-F5D25EBF1A8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34536838-802D-83B8-77E7-438FBCAC396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3643053-0EF6-8764-EEA8-356A909457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228B5B5-D074-7011-F574-36D16F7605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C1DA21F-64F9-729A-7B2C-D1864DA1CFD4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039AA2-DA32-25D5-2EF3-271337ABDF48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AB1B7-980F-7944-D737-4A28CC4009B5}"/>
              </a:ext>
            </a:extLst>
          </p:cNvPr>
          <p:cNvSpPr txBox="1"/>
          <p:nvPr/>
        </p:nvSpPr>
        <p:spPr>
          <a:xfrm>
            <a:off x="2179320" y="2015465"/>
            <a:ext cx="15082325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Module 2 Explanation 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Add Event page allows users to create and add new event details in the Smart Campus Event Management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It collects information such as event name, date, location, and status, which are stored in the database for event management.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5905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CFBF0-E86D-11D9-E162-092803CF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01" y="2575612"/>
            <a:ext cx="13012966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71BB-0E75-80C3-F5F6-3544443C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21086909-F4B7-95EC-8BDB-3330DBB037E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0132E72-C1D0-E465-ECCE-E67CA7B61A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5C9E12B-BBC7-631E-12FB-228912938C5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25E5B22-6A74-7ACD-AC73-C44B0611C55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460267B-28F4-9259-846C-118EA7DC52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2171652-51A8-814E-87E4-B01CD177E9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EC2C34C-8BFB-5C79-B17F-8D84E09550E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BE48CB1-E075-148B-6A1D-7EC88730F23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ABFC855-0278-B743-6724-AF55A157B5F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CA77CE7-103A-05E5-B94A-94726C6C0576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9676A88-77B1-324F-C002-021713BAC2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FD3FD2E-A86A-B8E1-542B-B77FF3BC72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F896096-E96E-0451-2D6E-7E09E7CE6B7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350C235-6179-B901-7E1E-D1416BE45E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CF01CEF-B03E-BF06-98EB-2F98406515C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8331D36-D917-F5F2-16C9-B8D9388EA60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3132D4C-4846-4B06-8E3D-F2EAFB2A06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DB69D-ABCD-25A2-7D42-8BCC8452714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3DC5E06-9FFD-4DC5-68EB-723A7205D797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A7AD885-37F6-B5C9-F4B6-5A7C0F57A0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11A9D87-303E-5192-3D6F-89EEAB34F5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3D290F1-1888-410C-1ABE-24297130401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7D392CD-7DF4-DC24-E9ED-39DD72C726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CB457F7-FC10-9D15-C048-644D9F29B29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A36A317-4543-7664-08B3-647B6C260728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5E25FA6-9D27-6464-D0C9-A730C24321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49C7CE95-6C96-88E1-F867-17700F1CB7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EE138101-B706-A486-7BA2-CEC901CF7DA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6D5F799-6DD2-A120-4F61-124EB4963B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D0FB0052-533F-E588-8B83-9FBCE3FA90F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6916999-02B2-88DB-5EF7-E39447AEF98E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BCDA25-D82E-F7AA-5D10-020CF515781C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21C870-9216-8254-07C0-EB15D2C009F6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46232-01E2-7F95-D8C6-2FF085CD8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0" y="2475171"/>
            <a:ext cx="8191500" cy="658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49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5CA1-8BF7-23BC-FEDB-3B3758C8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93B32D5-73BB-A124-20A5-740A3914D1B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D41A0D7-B18D-6FE9-7AC4-04D321730D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27DAFA3-DDD9-0813-85AE-4790F80C4DB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44E5760-20AF-41DC-D6EC-11D1916DDD2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B4C1703-012F-988E-9875-F8F475AE29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6CD3D24-786A-82A3-B627-A862D093163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51AEFAE-A74D-836C-4F16-3B61F269194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EEDA3DB-8846-7B1E-DE2D-EBEEA93D3E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CFA9E38-A5CF-4CF8-100D-30520EC9C45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077862F-C38E-544A-9B04-BEF689A4A78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8072909-42F2-38F2-34F2-AA29B794FB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2A79A34-A19D-3674-CE80-007FEEA604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4B4553F-3341-C4FA-E6E3-C33E7F7818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02E2391-34CE-9A6B-ED0D-3534BC454F3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724CA95-9F90-E9EB-EFBE-5CF115E7F5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580E760-4AF1-1F73-8566-D3E80714581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839FC85-2A45-C684-EBC8-C40FCC781E5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9C3FDC9-A693-ADCD-1C65-C2C1E19913A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9ADAC23-4FAD-E780-1532-B3B06AE8764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BC68A73-E0CC-FADA-2A36-DB8EFADB23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1F031A1-C294-5C3D-BF40-596FFD17A7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8B31E00-8F0A-3760-674E-5A807923575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E2A9BB7-C100-B424-4D1F-736B6D40E6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97877A7-2007-DCB6-0C37-57862966D8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2C50D7E-6C04-D3A7-E360-49FD4F2AC76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D4AD900-6207-27BA-AF7D-2535394B36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3C1A2DE-ECE4-44B5-A2C9-367221289D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649FA59-06FC-654B-F136-D7DB297ED27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BDF2708-EA2E-C182-EA12-0293BB1FED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2A7F003-0910-2E05-6E70-F6AEE99819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347C244-B518-D9F7-8401-6A755A41D238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29F6B1-8A14-A2F7-4652-24B851251D5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19409-89D5-D46B-F182-B35A28E7414F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0C3658-15C6-FF1D-F996-D64C179ED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323" y="2871354"/>
            <a:ext cx="14327878" cy="474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19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1C6A-6AEB-FC13-C217-25C7851B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C03F7D0-6B35-F93A-183A-EDB35D51D37D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8B4139C-179C-B7C1-EE84-2B452C42AB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C7D30B-336C-BB60-B7FF-2163E924251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A235A78-FA49-E683-E4EE-E47040BB6FE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67CBAAB-93B0-6ECB-A6E2-4D252BA5608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E4BADB5-5F49-E6E8-3B90-C76ECEA753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C037378-8AF5-753B-BF7C-5893A92D642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89C91AB-171C-F932-EEB5-AF5714FE55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FDB2883-4088-B8F2-483A-50CA586EF1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39042B6-658D-6076-0ABC-52638004A5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969D864-5287-1E68-45D2-70F51634673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93FF04A-6E1B-C84F-C253-1B68255059F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B439157-C1D6-F0E9-C2B1-0FCD53B5FB0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83F8C03-4B58-393D-E698-83658C49EB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945B58FD-924B-A19B-5F5F-367FFB055F4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E87C4CF-C2B5-74D0-9B6B-028BF65C72A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DD2D17E-DEBE-92CB-5B71-E2DDA70E364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E92FC73A-A96C-95C2-7298-2C49518B69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4CC331-306A-768C-93AC-A313C9317CE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D577CDD-9E23-13CA-85B4-B0D2C0C02DF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5B6B9649-8E79-D94C-CEDF-D5F25E13A4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F7C0F74-5D70-2CEF-7FDF-5A875EF6F73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2CFF120-0157-2C28-413E-2F7E969F595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4DEFE71-6E10-E82B-4754-784DD12CF7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1EF5AB-AD02-6EE2-41A0-BAA432131865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C500EAF-9D16-8FC4-968B-B9A12D2FA44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106F780-C650-A572-A5BD-937BF28AFF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FDE143A-5B08-20DD-3421-3B12043A3823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DC7F352-3EA0-0208-1B14-964879F5E1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93BAD684-A59F-389A-386B-B90C4A4B748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D49517D-310F-A4E3-8B0C-E0C591B6327C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97E8B9-356F-1477-0B32-0B4C04ABE41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CA320-6F94-B729-8D78-120769EB8009}"/>
              </a:ext>
            </a:extLst>
          </p:cNvPr>
          <p:cNvSpPr txBox="1"/>
          <p:nvPr/>
        </p:nvSpPr>
        <p:spPr>
          <a:xfrm>
            <a:off x="2186390" y="2237698"/>
            <a:ext cx="15082325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b="1" dirty="0">
                <a:solidFill>
                  <a:srgbClr val="FF0000"/>
                </a:solidFill>
              </a:rPr>
              <a:t>Innovative Module  </a:t>
            </a:r>
            <a:r>
              <a:rPr lang="en-US" sz="3000" dirty="0"/>
              <a:t>Explanation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system incorporates several advanced features to enhance security and user experience.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An OTP (One-Time Password) verification mechanism is implemented to ensure that only genuine users can register for events, reducing the chances of fake registrations.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OTP is securely sent to the user’s email, adding an extra layer of authentication.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location-based functionality is integrated to provide users with event venue details and improve accessibility.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Together, these features make the system more secure, reliable, and user-friendly while offering a smarter event management experience.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18875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F2ACA-4632-1BA5-E3B4-2C33F370D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279" y="2777073"/>
            <a:ext cx="14469458" cy="508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AE0B8-142E-D0D5-8CE5-CDAFF622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21D0A46-DF62-C4D4-93A3-770E7FA1A3C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BB91226-36A0-791B-2055-8D97F3D86B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2BBED0F-DD02-AAD1-3F76-D0F8E85C0C3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5A3C88B-04DC-A47E-0356-87A549F96D5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6531C24-A29F-9990-335D-AFB961DD49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A5570DD-E894-0384-E0F2-A671744612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4097264-0588-7631-EBDE-C81DE5AF3E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4A1D653-D426-46BB-4003-7CE9B4D05E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81BAC01-2121-7818-6EAE-F9BB825CEA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45BFAF5-F83F-BF9E-9D7A-96CE0894650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0E1610E-D574-D582-5C84-EB2BA9816FC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0F0A83C-0F26-7F98-3A23-156673DF81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76F23A4-767C-772E-C82A-0450A41396C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64BE5E7-3001-D554-BA63-2680E8C1350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8220136-70D2-12F3-AB1E-882193C754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70C7C49-5CC4-3654-8197-DD15632B2D50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F973EF-DC96-F1FC-26A7-84EF8B15584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EA6FCD8-8AAB-FB45-3575-143BCE2AB49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C0EDB35-97C4-CE9E-D083-4F7AE411C4F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27D8058-1A95-5F86-D7E4-8E02AE9285D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EB3A4FA-F7AD-99E2-0FFD-4493B0D6733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FAA8499-C4EE-7D6B-F539-D9B902F5082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C4E7823-F99E-1769-2A44-7390CFBA94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DA88E8A-46D1-8F18-FA89-02ADCD4204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DFF0166-B528-2621-C295-D225309449B9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2681B72-A304-B7BC-6FDC-A6AFE6DDBD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F8EBDFF-3148-B46A-6A14-9016A6C6BF6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6223BAFA-E69A-1F37-0214-18F77569EC4B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C36B7BB-DD63-3B7A-14A0-031E5DE6D6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D2E4D997-171D-378F-7B50-CFB33D4E2A5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2C77ED-FB44-69F8-C234-5BD3A7B38D58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E4F536-FA25-D6C4-EE7B-C964C7C6A66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98737-4D63-3144-795F-1443AC9A92EE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578AC-9AE8-E58E-BE32-F92689083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171" y="2874414"/>
            <a:ext cx="14994443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4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F78BF-E769-3A6A-0A1A-2EB29C77CE73}"/>
              </a:ext>
            </a:extLst>
          </p:cNvPr>
          <p:cNvSpPr txBox="1"/>
          <p:nvPr/>
        </p:nvSpPr>
        <p:spPr>
          <a:xfrm>
            <a:off x="2209800" y="1943383"/>
            <a:ext cx="145765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 for managing all campus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analytics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application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is high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system/server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further upgrades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1441</Words>
  <Application>Microsoft Office PowerPoint</Application>
  <PresentationFormat>Custom</PresentationFormat>
  <Paragraphs>737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Gotham Bold Italics</vt:lpstr>
      <vt:lpstr>Cambria</vt:lpstr>
      <vt:lpstr>Arial</vt:lpstr>
      <vt:lpstr>Gotham</vt:lpstr>
      <vt:lpstr>Times New Roman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Varshini Chinta</cp:lastModifiedBy>
  <cp:revision>14</cp:revision>
  <dcterms:created xsi:type="dcterms:W3CDTF">2006-08-16T00:00:00Z</dcterms:created>
  <dcterms:modified xsi:type="dcterms:W3CDTF">2026-05-05T17:46:55Z</dcterms:modified>
  <dc:identifier>DAHCaYqJ9OU</dc:identifier>
</cp:coreProperties>
</file>